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6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960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80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Interim results. eval60 and the pool check for Gap are done; the Basis check and the blind third-judge check are still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headline: v11 works for Gap on data it was not written from, but 30-40% of the new Gap labels are wrong in one specific way, which v11.1 targets. Basis and the third judge are the two open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Unchanged: definitions, Lyu clarifications, rules 2, 3, 6, 7, 8 and 9, output schema. R-IM follows the teams' reading of the definition ("adapted, expanded, or modified"). R-FR is written content-first; pointer-first was the alternative. The rules still need group 8's agreement before guide rev2.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Blind 41 = instances both teams agreed on in the blind pass. Adjudicated 60 = those 41 after the recheck (E19, E39, E51 changed) plus the 19 hard cases as decided. Both-acceptable also counts the second label of E05, E16, E32, E42. Of the Mistral Small trio's 5 fixes, 3 (E10, E12, E59) are hard cases the rules came from. The longer prompt cost nothing: no errors, no ungrounded quotes, nothing too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E42's reference is Comparison with Further Reading as its acceptable secondary, so the both-acceptable score counts it. One new error: E56 became Comparison in the Mistral Small trio although a family contrasted as a whole is Background. Under v11 no trio answers Basis on the 60: no false Basis labels, but recall is untested.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 Gap labels come mostly out of Background. Evidence and Comparison hold or rise slightly. Run: 45 min for the 4 models on an A100; no failed runs, no prompt too long; the cache cleanup now frees each model's full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of the six errors cite the target as the source of someone else's limitation (should be Evidence); the sixth is an open problem of the field (Background or Evidence). The two borderline cases are PointNet-based architectures and "Prior work [T] has pointed out …" followed by "However, existing approaches …".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Selected with --prompt-version v11.1 (same file as v11, a2_prompt_v11.py). If it holds, the position test also goes into R-GAP in the rules tab and guide rev2, so annotators apply the same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signal is small: on eval60 the trios differ on only 4 instances (exact McNemar p ≈ 0.63). Qwen3.8 alone scores higher than either trio, but the trio is there to flag reliable labels (2 of 3 agree), which one judge cannot do. Switch to Mistral Small only with a clear blind win, e.g. 26–14 or better. On the pool, Ministral answers Gap 42 times on Evidence cues vs 7–13 for the other judges: the source-vs-holder error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blind third-judge sheet must be labeled by someone who has not opened the key file. Ties broken by Qwen alone could become a low-confidence training-only tier; the blind sheet will tell how often Qwen is right on 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12" y="812713"/>
            <a:ext cx="10566577" cy="93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12" y="2051933"/>
            <a:ext cx="10566488" cy="399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12" y="812713"/>
            <a:ext cx="10566577" cy="93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12" y="2051933"/>
            <a:ext cx="10566488" cy="399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2"/>
            <a:ext cx="1088357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kern="0" spc="100" dirty="0">
                <a:solidFill>
                  <a:srgbClr val="E8A5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NLP LCR PROJECT · A2 PRE-LABELING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12" y="1972469"/>
            <a:ext cx="10883574" cy="2425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Prompt v11:</a:t>
            </a:r>
            <a:endParaRPr lang="en-US" sz="6000" dirty="0"/>
          </a:p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what the adjudication rules changed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712" y="4626571"/>
            <a:ext cx="10883574" cy="355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eval60, the pool check on 885 instances, and what remains before we freeze the judges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712" y="5832079"/>
            <a:ext cx="10883574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October 12, 2026 · interim results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12" y="812712"/>
            <a:ext cx="10883574" cy="95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v11 passes the pool test for Gap; one fix and two checks remain before we freeze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887" y="2105841"/>
            <a:ext cx="3380317" cy="2288249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635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Text 2"/>
          <p:cNvSpPr/>
          <p:nvPr/>
        </p:nvSpPr>
        <p:spPr>
          <a:xfrm>
            <a:off x="1073767" y="2363722"/>
            <a:ext cx="2950492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3767" y="2678466"/>
            <a:ext cx="2950492" cy="634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judge improves on eval60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767" y="3389423"/>
            <a:ext cx="2950492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the pool, high-confidence Gap goes from about 20 to about 115 on the Gap cue stratum.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731" y="2105841"/>
            <a:ext cx="3380427" cy="2288249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635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Text 6"/>
          <p:cNvSpPr/>
          <p:nvPr/>
        </p:nvSpPr>
        <p:spPr>
          <a:xfrm>
            <a:off x="4663612" y="2363722"/>
            <a:ext cx="295060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A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612" y="2678466"/>
            <a:ext cx="2950606" cy="330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v11.1: source vs holder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3612" y="3084712"/>
            <a:ext cx="2950606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of 20 new Gap labels cite the source of a limitation, not the work that has it. One sentence in rule 11.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686" y="2105841"/>
            <a:ext cx="3380427" cy="2288249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635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Text 10"/>
          <p:cNvSpPr/>
          <p:nvPr/>
        </p:nvSpPr>
        <p:spPr>
          <a:xfrm>
            <a:off x="8253568" y="2363722"/>
            <a:ext cx="295060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53568" y="2678466"/>
            <a:ext cx="2950606" cy="634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Basis and the third judge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53568" y="3389423"/>
            <a:ext cx="2950606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Basis is untested (eval60 has none left). Mistral Small vs Ministral needs the blind check.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712" y="6238435"/>
            <a:ext cx="1088334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 · Prompt v11 results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12" y="812713"/>
            <a:ext cx="10883574" cy="492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adjudication rules (rev1) became prompt v11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767" y="1591691"/>
          <a:ext cx="10559521" cy="2476390"/>
        </p:xfrm>
        <a:graphic>
          <a:graphicData uri="http://schemas.openxmlformats.org/drawingml/2006/table">
            <a:tbl>
              <a:tblPr/>
              <a:tblGrid>
                <a:gridCol w="2534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3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says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Change to v8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R0 · Reading scope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 from the target's sentence; others count only if they refer back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 of rule 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R-EV · Evidence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source reporting another method's limitation is Evidence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Adds to rule 10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R-GAP · Gap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limitation stated about a list makes every listed work Gap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Replaces rule 11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R-IM · Improvement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"We adapt / extend [x]" counts, even with no change described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Replaces rule 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R-CMP · Comparison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dataset detail or a family contrasted as a whole is Background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Adds to rule 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R-FR · Further Reading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"See [x]" is Further Reading unless the sentence compares or claims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New rule 12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12" y="4372792"/>
            <a:ext cx="10883574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wording goes into guide rev2. Examples in the prompt are invented, so eval60 stays a fair test.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712" y="6238435"/>
            <a:ext cx="1088334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 · Prompt v11 results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12" y="812712"/>
            <a:ext cx="10883574" cy="95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eval60: every judge and both trios score higher under v11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767" y="2058899"/>
          <a:ext cx="10559522" cy="2662373"/>
        </p:xfrm>
        <a:graphic>
          <a:graphicData uri="http://schemas.openxmlformats.org/drawingml/2006/table">
            <a:tbl>
              <a:tblPr/>
              <a:tblGrid>
                <a:gridCol w="3590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3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3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3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Judge / trio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Blind 41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Adjudicated 60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 both-acceptable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Qwen3.8-27B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33 → 34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47 → 49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49 → 52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Gemma 4 26B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 → 33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41 → 46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43 → 49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Mistral Small 3.2 24B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 → 29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 → 41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34 → 43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Ministral 3 14B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24 → 27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 → 35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34 → 37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Trio with Mistral Small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 → 32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43 → 47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45 → 50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Trio with Ministral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 → 31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41 → 44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43 → 47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12" y="5025980"/>
            <a:ext cx="10883574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with care: the rules came from these hard cases. On the blind 41, the fairest reference, the trios gain only +2 and +1 (our tie margin is 2).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712" y="6238433"/>
            <a:ext cx="1088334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 · Prompt v11 results · 4 · correct answers, v8 → v11, filtered passages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12" y="812713"/>
            <a:ext cx="10883574" cy="95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Gap is still the weak spot on eval60; Evidence and Further Reading improve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767" y="2008189"/>
          <a:ext cx="6317808" cy="3183930"/>
        </p:xfrm>
        <a:graphic>
          <a:graphicData uri="http://schemas.openxmlformats.org/drawingml/2006/table">
            <a:tbl>
              <a:tblPr/>
              <a:tblGrid>
                <a:gridCol w="290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5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5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Category (n)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Mistral Small trio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Ministral trio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Gap (5)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 → 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 → 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Evidence (9)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 → 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→ 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Further Reading (10)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 → 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 → 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Background (15)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 → 14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 → 15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Improvement/Mod. (9)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 → 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 → 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Originator (5)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→ 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→ 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Comparison (4)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→ 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→ 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Application (3)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→ 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→ 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442288" y="2001134"/>
            <a:ext cx="4055110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Gap: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only E58 fixed; E04, E44, E50, E52 still missed.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442288" y="2651348"/>
            <a:ext cx="4055110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Ministral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turns sources into Gap (E01, E26).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42288" y="3052632"/>
            <a:ext cx="4055110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"See [x]"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read pointer-first: E42 → Further Reading.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56254" y="3743855"/>
            <a:ext cx="4055110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Basis: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none left in the reference, so not measurable here.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712" y="6238435"/>
            <a:ext cx="1088334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 · Prompt v11 results · 5 · trio recall on the adjudicated 60, v8 → v11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12" y="812710"/>
            <a:ext cx="10883574" cy="95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On the pool, Gap multiplies about 5× and nothing else collapses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12" y="2051844"/>
            <a:ext cx="5181644" cy="1835878"/>
          </a:xfrm>
          <a:prstGeom prst="roundRect">
            <a:avLst>
              <a:gd name="adj" fmla="val 5534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" name="Text 2"/>
          <p:cNvSpPr/>
          <p:nvPr/>
        </p:nvSpPr>
        <p:spPr>
          <a:xfrm>
            <a:off x="1066712" y="2305844"/>
            <a:ext cx="4813854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 cue stratum · Mistral Small trio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6712" y="2569766"/>
            <a:ext cx="4813854" cy="825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4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23 → 113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66712" y="3420511"/>
            <a:ext cx="4813854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high-confidence Gap labels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7534" y="2051844"/>
            <a:ext cx="5181755" cy="1835878"/>
          </a:xfrm>
          <a:prstGeom prst="roundRect">
            <a:avLst>
              <a:gd name="adj" fmla="val 5534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" name="Text 6"/>
          <p:cNvSpPr/>
          <p:nvPr/>
        </p:nvSpPr>
        <p:spPr>
          <a:xfrm>
            <a:off x="6451534" y="2305844"/>
            <a:ext cx="48139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Gap cue stratum · Ministral trio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51534" y="2569766"/>
            <a:ext cx="4813967" cy="825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4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18 → 116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51534" y="3420511"/>
            <a:ext cx="48139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high-confidence Gap labels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767" y="4199488"/>
          <a:ext cx="10559520" cy="1415080"/>
        </p:xfrm>
        <a:graphic>
          <a:graphicData uri="http://schemas.openxmlformats.org/drawingml/2006/table">
            <a:tbl>
              <a:tblPr/>
              <a:tblGrid>
                <a:gridCol w="4223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7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7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Stratum · label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Mistral Small trio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1B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Ministral trio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1B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Gap cues · Background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184 → 127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191 → 126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Evidence cues · Evidence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133 → 137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113 → 115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7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Comparison cues · Comparison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127 → 136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132 → 134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12712" y="6238432"/>
            <a:ext cx="1088334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 · Prompt v11 results · 6 · pool_cue_yield, 885 instances (eval60 excluded), filtered passages, v8 → v11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12" y="812710"/>
            <a:ext cx="10883574" cy="95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Of 20 new Gap labels, 12 are right; the 6 wrong ones share one pattern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12" y="2051844"/>
            <a:ext cx="5181644" cy="2203097"/>
          </a:xfrm>
          <a:prstGeom prst="roundRect">
            <a:avLst>
              <a:gd name="adj" fmla="val 4612"/>
            </a:avLst>
          </a:prstGeom>
          <a:solidFill>
            <a:srgbClr val="F7F6F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" name="Shape 2"/>
          <p:cNvSpPr/>
          <p:nvPr/>
        </p:nvSpPr>
        <p:spPr>
          <a:xfrm>
            <a:off x="812712" y="2051844"/>
            <a:ext cx="5181644" cy="2203097"/>
          </a:xfrm>
          <a:custGeom>
            <a:avLst/>
            <a:gdLst/>
            <a:ahLst/>
            <a:cxnLst/>
            <a:rect l="l" t="t" r="r" b="b"/>
            <a:pathLst>
              <a:path w="5181644" h="2203097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44" y="0"/>
                </a:lnTo>
                <a:arcTo wR="101600" hR="101600" stAng="16200000" swAng="5400000"/>
                <a:lnTo>
                  <a:pt x="518164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F6FB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" name="Text 3"/>
          <p:cNvSpPr/>
          <p:nvPr/>
        </p:nvSpPr>
        <p:spPr>
          <a:xfrm>
            <a:off x="1066712" y="2355233"/>
            <a:ext cx="4813854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· 12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712" y="2695442"/>
            <a:ext cx="4813854" cy="330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cited works have the limitation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6712" y="3127155"/>
            <a:ext cx="4927644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"Most object pose estimators [list] are instance-specific…"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6712" y="3503082"/>
            <a:ext cx="4813854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"A recent work [T] … still suffers from high complexity"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7534" y="2051844"/>
            <a:ext cx="5181755" cy="2203097"/>
          </a:xfrm>
          <a:prstGeom prst="roundRect">
            <a:avLst>
              <a:gd name="adj" fmla="val 4612"/>
            </a:avLst>
          </a:prstGeom>
          <a:solidFill>
            <a:srgbClr val="F7F6F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0" name="Shape 8"/>
          <p:cNvSpPr/>
          <p:nvPr/>
        </p:nvSpPr>
        <p:spPr>
          <a:xfrm>
            <a:off x="6197534" y="2051844"/>
            <a:ext cx="5181755" cy="2203097"/>
          </a:xfrm>
          <a:custGeom>
            <a:avLst/>
            <a:gdLst/>
            <a:ahLst/>
            <a:cxnLst/>
            <a:rect l="l" t="t" r="r" b="b"/>
            <a:pathLst>
              <a:path w="5181755" h="2203097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155" y="0"/>
                </a:lnTo>
                <a:arcTo wR="101600" hR="101600" stAng="16200000" swAng="5400000"/>
                <a:lnTo>
                  <a:pt x="5181755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A85A1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9"/>
          <p:cNvSpPr/>
          <p:nvPr/>
        </p:nvSpPr>
        <p:spPr>
          <a:xfrm>
            <a:off x="6451534" y="2355233"/>
            <a:ext cx="481396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A85A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WRONG · 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51534" y="2695442"/>
            <a:ext cx="4813967" cy="330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target is the source that reports 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51534" y="3127155"/>
            <a:ext cx="4813967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"TSDF … is known to lose fine details [T]"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51534" y="3503082"/>
            <a:ext cx="4813967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"it has been shown that it is oftentimes complex to train [T]"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712" y="4559650"/>
            <a:ext cx="10883574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60–70% precision (2 borderline), a bit above v10's ~55%. The error is the one v11 tried to fix: source vs holder.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712" y="6238435"/>
            <a:ext cx="1088334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 · Prompt v11 results · 7 · random 20 of 110 Ministral-trio flips to Gap, read under the rev1 rules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2" y="812710"/>
            <a:ext cx="10883574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E8A5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V11.1 · ONE SENTENCE ADDED TO RULE 11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12" y="1366351"/>
            <a:ext cx="11379288" cy="528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Where the citation sits tells holder from source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12" y="2173883"/>
            <a:ext cx="5181644" cy="2082491"/>
          </a:xfrm>
          <a:prstGeom prst="roundRect">
            <a:avLst>
              <a:gd name="adj" fmla="val 4879"/>
            </a:avLst>
          </a:prstGeom>
          <a:solidFill>
            <a:srgbClr val="1F2F5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" name="Text 3"/>
          <p:cNvSpPr/>
          <p:nvPr/>
        </p:nvSpPr>
        <p:spPr>
          <a:xfrm>
            <a:off x="1066712" y="2427883"/>
            <a:ext cx="4813854" cy="330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9CC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after the works → Gap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6712" y="2834128"/>
            <a:ext cx="4813854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"existing trackers [1, 2, 3] drift over long sequences"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712" y="3202341"/>
            <a:ext cx="4813854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"a recent method [x] still needs manual tuning"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7534" y="2173883"/>
            <a:ext cx="5181755" cy="2082491"/>
          </a:xfrm>
          <a:prstGeom prst="roundRect">
            <a:avLst>
              <a:gd name="adj" fmla="val 4879"/>
            </a:avLst>
          </a:prstGeom>
          <a:solidFill>
            <a:srgbClr val="1F2F52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" name="Text 7"/>
          <p:cNvSpPr/>
          <p:nvPr/>
        </p:nvSpPr>
        <p:spPr>
          <a:xfrm>
            <a:off x="6451534" y="2427883"/>
            <a:ext cx="4813967" cy="330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A5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the end of the claim → Evidence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51534" y="2834128"/>
            <a:ext cx="4813967" cy="558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"recurrent models are known to forget long contexts [x]"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51534" y="3469016"/>
            <a:ext cx="4813967" cy="558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CE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"it has been shown that adversarial training slows convergence [x]"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712" y="4561083"/>
            <a:ext cx="10883574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18 clear flips fit this test. Examples are invented. v11 stays as it was; v11.1 is a separate prompt version.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712" y="6238432"/>
            <a:ext cx="1088334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 · Prompt v11 results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12" y="812713"/>
            <a:ext cx="10883574" cy="95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Third judge: the signals lean Mistral Small, but none is blind yet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767" y="2058899"/>
          <a:ext cx="10559520" cy="2662373"/>
        </p:xfrm>
        <a:graphic>
          <a:graphicData uri="http://schemas.openxmlformats.org/drawingml/2006/table">
            <a:tbl>
              <a:tblPr/>
              <a:tblGrid>
                <a:gridCol w="6124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Signal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Mistral Small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Ministral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Alone, adjudicated 60 (v8 → v11)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 → 41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 → 35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third judge in the trio, v11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Tie-breaks won on eval60 (v8)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Gap answers on Evidence cues, pool (v11)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Further Reading cues called Background (of 15)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Trio Fleiss κ, eval60 (v11)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12" y="5025982"/>
            <a:ext cx="10883574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Decision: a blind sheet of 40 pool instances where the two trios disagree, built from the final prompt's outputs.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712" y="6238435"/>
            <a:ext cx="1088334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 · Prompt v11 results · 9 · Qwen3.8 and Gemma are the shared judges; the third decides only when they disagree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12" y="812713"/>
            <a:ext cx="11379288" cy="492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Before we freeze: four checks, about two hours of GPU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767" y="1591691"/>
          <a:ext cx="10559521" cy="1901695"/>
        </p:xfrm>
        <a:graphic>
          <a:graphicData uri="http://schemas.openxmlformats.org/drawingml/2006/table">
            <a:tbl>
              <a:tblPr/>
              <a:tblGrid>
                <a:gridCol w="3167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9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Check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Passes if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eval60 with v11.1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loss of more than 2 vs v11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~15 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Pool, Gap (v11.1)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Gap well above v8; ≥ 80% of 20 flips right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~45 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Basis, 300 random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collapse in Basis vs v8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~60 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39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Third judge, blind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Clear win (e.g. 26–14) to switch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12" y="3798100"/>
            <a:ext cx="10883574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Then: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freeze prompt, trio and library versions; agree the rules with group 8 (guide rev2); re-judge the pool.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712" y="4148559"/>
            <a:ext cx="10883574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v11.1 fails: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fall back to v11, which already passes; v8 stays available.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712" y="6238435"/>
            <a:ext cx="1088334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 · Prompt v11 results ·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2 — Prompt v11 results">
  <a:themeElements>
    <a:clrScheme name="A2 — Prompt v11 results">
      <a:dk1>
        <a:srgbClr val="14213D"/>
      </a:dk1>
      <a:lt1>
        <a:srgbClr val="F7F6F1"/>
      </a:lt1>
      <a:dk2>
        <a:srgbClr val="4D566A"/>
      </a:dk2>
      <a:lt2>
        <a:srgbClr val="E0E1DF"/>
      </a:lt2>
      <a:accent1>
        <a:srgbClr val="E8A55C"/>
      </a:accent1>
      <a:accent2>
        <a:srgbClr val="2F6FB0"/>
      </a:accent2>
      <a:accent3>
        <a:srgbClr val="A85A1C"/>
      </a:accent3>
      <a:accent4>
        <a:srgbClr val="9CC3EC"/>
      </a:accent4>
      <a:accent5>
        <a:srgbClr val="4A5568"/>
      </a:accent5>
      <a:accent6>
        <a:srgbClr val="C9D3E3"/>
      </a:accent6>
      <a:hlink>
        <a:srgbClr val="0563C1"/>
      </a:hlink>
      <a:folHlink>
        <a:srgbClr val="954F72"/>
      </a:folHlink>
    </a:clrScheme>
    <a:fontScheme name="A2 — Prompt v11 results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1823</Words>
  <Application>Microsoft Macintosh PowerPoint</Application>
  <PresentationFormat>Widescreen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IBM Plex Sans</vt:lpstr>
      <vt:lpstr>Source Serif 4</vt:lpstr>
      <vt:lpstr>A2 — Prompt v11 results</vt:lpstr>
      <vt:lpstr>Prompt v11: what the adjudication rules changed</vt:lpstr>
      <vt:lpstr>v11 passes the pool test for Gap; one fix and two checks remain before we freeze</vt:lpstr>
      <vt:lpstr>The adjudication rules (rev1) became prompt v11</vt:lpstr>
      <vt:lpstr>eval60: every judge and both trios score higher under v11</vt:lpstr>
      <vt:lpstr>Gap is still the weak spot on eval60; Evidence and Further Reading improve</vt:lpstr>
      <vt:lpstr>On the pool, Gap multiplies about 5× and nothing else collapses</vt:lpstr>
      <vt:lpstr>Of 20 new Gap labels, 12 are right; the 6 wrong ones share one pattern</vt:lpstr>
      <vt:lpstr>Where the citation sits tells holder from source</vt:lpstr>
      <vt:lpstr>Third judge: the signals lean Mistral Small, but none is blind yet</vt:lpstr>
      <vt:lpstr>Before we freeze: four checks, about two hours of GPU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 — Prompt v11 results</dc:title>
  <dc:subject/>
  <dc:creator/>
  <cp:lastModifiedBy>Alejandra Barbosa</cp:lastModifiedBy>
  <cp:revision>2</cp:revision>
  <dcterms:created xsi:type="dcterms:W3CDTF">2026-10-13T00:02:43Z</dcterms:created>
  <dcterms:modified xsi:type="dcterms:W3CDTF">2026-10-13T13:26:53Z</dcterms:modified>
</cp:coreProperties>
</file>